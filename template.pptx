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1" r:id="rId5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81F15-2910-4AE1-B713-66D9A283833C}" v="1" dt="2025-12-02T03:26:21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ria Mahesya Muhammad" userId="fa0ef06d-a383-4808-b77b-e8548aad0084" providerId="ADAL" clId="{72A6CB0D-ADB0-4AB6-99C7-8ACF74E4DFCF}"/>
    <pc:docChg chg="undo custSel delSld modSld">
      <pc:chgData name="Satria Mahesya Muhammad" userId="fa0ef06d-a383-4808-b77b-e8548aad0084" providerId="ADAL" clId="{72A6CB0D-ADB0-4AB6-99C7-8ACF74E4DFCF}" dt="2025-12-02T05:00:07.555" v="166" actId="20577"/>
      <pc:docMkLst>
        <pc:docMk/>
      </pc:docMkLst>
      <pc:sldChg chg="del">
        <pc:chgData name="Satria Mahesya Muhammad" userId="fa0ef06d-a383-4808-b77b-e8548aad0084" providerId="ADAL" clId="{72A6CB0D-ADB0-4AB6-99C7-8ACF74E4DFCF}" dt="2025-12-02T03:26:07.724" v="0" actId="2696"/>
        <pc:sldMkLst>
          <pc:docMk/>
          <pc:sldMk cId="0" sldId="290"/>
        </pc:sldMkLst>
      </pc:sldChg>
      <pc:sldChg chg="addSp delSp modSp mod">
        <pc:chgData name="Satria Mahesya Muhammad" userId="fa0ef06d-a383-4808-b77b-e8548aad0084" providerId="ADAL" clId="{72A6CB0D-ADB0-4AB6-99C7-8ACF74E4DFCF}" dt="2025-12-02T05:00:07.555" v="166" actId="20577"/>
        <pc:sldMkLst>
          <pc:docMk/>
          <pc:sldMk cId="0" sldId="291"/>
        </pc:sldMkLst>
        <pc:spChg chg="add mod">
          <ac:chgData name="Satria Mahesya Muhammad" userId="fa0ef06d-a383-4808-b77b-e8548aad0084" providerId="ADAL" clId="{72A6CB0D-ADB0-4AB6-99C7-8ACF74E4DFCF}" dt="2025-12-02T05:00:07.555" v="166" actId="20577"/>
          <ac:spMkLst>
            <pc:docMk/>
            <pc:sldMk cId="0" sldId="291"/>
            <ac:spMk id="3" creationId="{9CD081B1-D7C7-6DFC-311E-BB618536CBA1}"/>
          </ac:spMkLst>
        </pc:spChg>
        <pc:spChg chg="mod">
          <ac:chgData name="Satria Mahesya Muhammad" userId="fa0ef06d-a383-4808-b77b-e8548aad0084" providerId="ADAL" clId="{72A6CB0D-ADB0-4AB6-99C7-8ACF74E4DFCF}" dt="2025-12-02T04:59:45.270" v="109" actId="20577"/>
          <ac:spMkLst>
            <pc:docMk/>
            <pc:sldMk cId="0" sldId="291"/>
            <ac:spMk id="4099" creationId="{00000000-0000-0000-0000-000000000000}"/>
          </ac:spMkLst>
        </pc:spChg>
        <pc:spChg chg="del">
          <ac:chgData name="Satria Mahesya Muhammad" userId="fa0ef06d-a383-4808-b77b-e8548aad0084" providerId="ADAL" clId="{72A6CB0D-ADB0-4AB6-99C7-8ACF74E4DFCF}" dt="2025-12-02T03:26:34.559" v="4" actId="478"/>
          <ac:spMkLst>
            <pc:docMk/>
            <pc:sldMk cId="0" sldId="291"/>
            <ac:spMk id="4100" creationId="{00000000-0000-0000-0000-000000000000}"/>
          </ac:spMkLst>
        </pc:spChg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2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3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4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5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6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7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8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299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0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1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2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3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4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5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6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7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8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09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0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1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2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3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4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5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6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7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8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19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20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21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22"/>
        </pc:sldMkLst>
      </pc:sldChg>
      <pc:sldChg chg="del">
        <pc:chgData name="Satria Mahesya Muhammad" userId="fa0ef06d-a383-4808-b77b-e8548aad0084" providerId="ADAL" clId="{72A6CB0D-ADB0-4AB6-99C7-8ACF74E4DFCF}" dt="2025-12-02T03:26:13.971" v="1" actId="2696"/>
        <pc:sldMkLst>
          <pc:docMk/>
          <pc:sldMk cId="0" sldId="32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2214563"/>
          </a:xfrm>
          <a:prstGeom prst="rect">
            <a:avLst/>
          </a:prstGeom>
          <a:noFill/>
          <a:ln w="9525" cap="rnd">
            <a:solidFill>
              <a:srgbClr val="C0C0C0"/>
            </a:solidFill>
            <a:prstDash val="sysDot"/>
            <a:miter lim="800000"/>
            <a:headEnd/>
            <a:tailEnd/>
          </a:ln>
        </p:spPr>
        <p:txBody>
          <a:bodyPr wrap="none" anchor="ctr">
            <a:normAutofit/>
          </a:bodyPr>
          <a:lstStyle/>
          <a:p>
            <a:pPr algn="ctr"/>
            <a:r>
              <a:rPr lang="en-ID" sz="6000" b="1" dirty="0">
                <a:latin typeface="Cambria"/>
              </a:rPr>
              <a:t>Name</a:t>
            </a:r>
            <a:endParaRPr lang="en-US" dirty="0"/>
          </a:p>
          <a:p>
            <a:pPr algn="ctr"/>
            <a:r>
              <a:rPr lang="en-US" sz="3000" dirty="0">
                <a:latin typeface="Cambria"/>
              </a:rPr>
              <a:t>Organization</a:t>
            </a:r>
            <a:r>
              <a:rPr sz="3000" b="0" dirty="0">
                <a:latin typeface="Cambria"/>
              </a:rPr>
              <a:t> - </a:t>
            </a:r>
            <a:r>
              <a:rPr lang="en-US" sz="3000" dirty="0">
                <a:latin typeface="Cambria"/>
              </a:rPr>
              <a:t>Country</a:t>
            </a:r>
            <a:endParaRPr sz="3000" b="0" dirty="0">
              <a:latin typeface="Cambr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4059405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A47CF8-D75D-4F9E-9848-1E2A8B9CFE1B}"/>
              </a:ext>
            </a:extLst>
          </p:cNvPr>
          <p:cNvSpPr/>
          <p:nvPr/>
        </p:nvSpPr>
        <p:spPr>
          <a:xfrm rot="10800000">
            <a:off x="0" y="1319792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60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mbria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173A3-4B14-A80B-00D7-0FE9441AABE8}"/>
              </a:ext>
            </a:extLst>
          </p:cNvPr>
          <p:cNvSpPr/>
          <p:nvPr/>
        </p:nvSpPr>
        <p:spPr>
          <a:xfrm>
            <a:off x="0" y="5075068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endParaRPr sz="3600" b="1" dirty="0">
              <a:latin typeface="Cambri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CD081B1-D7C7-6DFC-311E-BB618536CBA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0" y="1214437"/>
            <a:ext cx="9144000" cy="2214563"/>
          </a:xfrm>
          <a:prstGeom prst="rect">
            <a:avLst/>
          </a:prstGeom>
          <a:noFill/>
          <a:ln w="9525" cap="rnd">
            <a:solidFill>
              <a:srgbClr val="C0C0C0"/>
            </a:solidFill>
            <a:prstDash val="sysDot"/>
            <a:miter lim="800000"/>
            <a:headEnd/>
            <a:tailEnd/>
          </a:ln>
        </p:spPr>
        <p:txBody>
          <a:bodyPr wrap="none" anchor="ctr">
            <a:normAutofit/>
          </a:bodyPr>
          <a:lstStyle/>
          <a:p>
            <a:pPr algn="ctr"/>
            <a:r>
              <a:rPr lang="en-US" sz="6000" b="1" dirty="0">
                <a:latin typeface="Cambria"/>
              </a:rPr>
              <a:t>Name </a:t>
            </a:r>
            <a:endParaRPr lang="en-US" dirty="0"/>
          </a:p>
          <a:p>
            <a:pPr algn="ctr"/>
            <a:r>
              <a:rPr lang="en-US" sz="3000" dirty="0">
                <a:latin typeface="Cambria"/>
              </a:rPr>
              <a:t>Organization</a:t>
            </a:r>
            <a:r>
              <a:rPr sz="3000" b="0" dirty="0">
                <a:latin typeface="Cambria"/>
              </a:rPr>
              <a:t> - </a:t>
            </a:r>
            <a:r>
              <a:rPr lang="en-US" sz="3000" dirty="0">
                <a:latin typeface="Cambria"/>
              </a:rPr>
              <a:t>Country</a:t>
            </a:r>
            <a:endParaRPr sz="3000" b="0" dirty="0">
              <a:latin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8762AFE0C48446972ADD49D911A920" ma:contentTypeVersion="16" ma:contentTypeDescription="Create a new document." ma:contentTypeScope="" ma:versionID="c12d7506524148e6d31b8ce5932713e7">
  <xsd:schema xmlns:xsd="http://www.w3.org/2001/XMLSchema" xmlns:xs="http://www.w3.org/2001/XMLSchema" xmlns:p="http://schemas.microsoft.com/office/2006/metadata/properties" xmlns:ns2="a3a9766c-6aab-4165-b020-2f83780dd527" xmlns:ns3="7e0b11c6-6851-403a-9d24-2f6fba959a24" targetNamespace="http://schemas.microsoft.com/office/2006/metadata/properties" ma:root="true" ma:fieldsID="cb81504a47277493404d5775e9b17487" ns2:_="" ns3:_="">
    <xsd:import namespace="a3a9766c-6aab-4165-b020-2f83780dd527"/>
    <xsd:import namespace="7e0b11c6-6851-403a-9d24-2f6fba959a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a9766c-6aab-4165-b020-2f83780dd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4b9339e-cc87-442a-8b6a-eec0893d7e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0b11c6-6851-403a-9d24-2f6fba959a2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01b87271-c40d-46e0-b590-b5d576c9dbf3}" ma:internalName="TaxCatchAll" ma:showField="CatchAllData" ma:web="7e0b11c6-6851-403a-9d24-2f6fba959a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a9766c-6aab-4165-b020-2f83780dd527">
      <Terms xmlns="http://schemas.microsoft.com/office/infopath/2007/PartnerControls"/>
    </lcf76f155ced4ddcb4097134ff3c332f>
    <TaxCatchAll xmlns="7e0b11c6-6851-403a-9d24-2f6fba959a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630D82-F59E-4B18-B769-088B02DB7C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a9766c-6aab-4165-b020-2f83780dd527"/>
    <ds:schemaRef ds:uri="7e0b11c6-6851-403a-9d24-2f6fba959a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D6DAD7-C563-4DD3-9E8A-7EF6664E582A}">
  <ds:schemaRefs>
    <ds:schemaRef ds:uri="http://schemas.microsoft.com/office/infopath/2007/PartnerControls"/>
    <ds:schemaRef ds:uri="7e0b11c6-6851-403a-9d24-2f6fba959a24"/>
    <ds:schemaRef ds:uri="http://www.w3.org/XML/1998/namespace"/>
    <ds:schemaRef ds:uri="a3a9766c-6aab-4165-b020-2f83780dd527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2CF4CA7-1FA6-4B55-9F27-49B7E6D288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Satria Mahesya Muhammad</dc:creator>
  <cp:keywords/>
  <dc:description>generated using python-pptx</dc:description>
  <cp:lastModifiedBy>Satria Mahesya Muhammad</cp:lastModifiedBy>
  <cp:revision>3</cp:revision>
  <cp:lastPrinted>2025-12-01T09:13:07Z</cp:lastPrinted>
  <dcterms:created xsi:type="dcterms:W3CDTF">2013-01-27T09:14:16Z</dcterms:created>
  <dcterms:modified xsi:type="dcterms:W3CDTF">2025-12-02T05:00:13Z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0x010100CA8762AFE0C48446972ADD49D911A920</vt:lpwstr>
  </property>
  <property fmtid="{D5CDD505-2E9C-101B-9397-08002B2CF9AE}" pid="3" name="MediaServiceImageTags">
    <vt:lpwstr/>
  </property>
</Properties>
</file>